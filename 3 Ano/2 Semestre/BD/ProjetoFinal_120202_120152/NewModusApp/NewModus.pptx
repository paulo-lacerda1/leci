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9"/>
  </p:notesMasterIdLst>
  <p:handoutMasterIdLst>
    <p:handoutMasterId r:id="rId10"/>
  </p:handoutMasterIdLst>
  <p:sldIdLst>
    <p:sldId id="257" r:id="rId2"/>
    <p:sldId id="259" r:id="rId3"/>
    <p:sldId id="267" r:id="rId4"/>
    <p:sldId id="260" r:id="rId5"/>
    <p:sldId id="261" r:id="rId6"/>
    <p:sldId id="269" r:id="rId7"/>
    <p:sldId id="262" r:id="rId8"/>
  </p:sldIdLst>
  <p:sldSz cx="12192000" cy="6858000"/>
  <p:notesSz cx="6858000" cy="9144000"/>
  <p:defaultTextStyle>
    <a:defPPr rtl="0"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3DC3B5-01A0-4540-A5E1-F86B11907434}" v="33" dt="2026-06-01T23:09:11.0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9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o Lacerda" userId="d2bd7532be8a02a2" providerId="LiveId" clId="{87E838DA-51CE-4514-A1BE-8EA5E23C5BF1}"/>
    <pc:docChg chg="undo custSel addSld delSld modSld sldOrd">
      <pc:chgData name="Paulo Lacerda" userId="d2bd7532be8a02a2" providerId="LiveId" clId="{87E838DA-51CE-4514-A1BE-8EA5E23C5BF1}" dt="2026-06-01T23:09:11.024" v="354"/>
      <pc:docMkLst>
        <pc:docMk/>
      </pc:docMkLst>
      <pc:sldChg chg="modSp mod">
        <pc:chgData name="Paulo Lacerda" userId="d2bd7532be8a02a2" providerId="LiveId" clId="{87E838DA-51CE-4514-A1BE-8EA5E23C5BF1}" dt="2026-05-30T14:00:22.365" v="15"/>
        <pc:sldMkLst>
          <pc:docMk/>
          <pc:sldMk cId="4043737824" sldId="257"/>
        </pc:sldMkLst>
        <pc:spChg chg="mod">
          <ac:chgData name="Paulo Lacerda" userId="d2bd7532be8a02a2" providerId="LiveId" clId="{87E838DA-51CE-4514-A1BE-8EA5E23C5BF1}" dt="2026-05-30T14:00:22.365" v="15"/>
          <ac:spMkLst>
            <pc:docMk/>
            <pc:sldMk cId="4043737824" sldId="257"/>
            <ac:spMk id="4" creationId="{A4265E53-BF31-9911-5B31-0F6CB8B3BCF7}"/>
          </ac:spMkLst>
        </pc:spChg>
      </pc:sldChg>
      <pc:sldChg chg="addSp modSp mod">
        <pc:chgData name="Paulo Lacerda" userId="d2bd7532be8a02a2" providerId="LiveId" clId="{87E838DA-51CE-4514-A1BE-8EA5E23C5BF1}" dt="2026-06-01T21:17:44.012" v="332" actId="1076"/>
        <pc:sldMkLst>
          <pc:docMk/>
          <pc:sldMk cId="2142621692" sldId="259"/>
        </pc:sldMkLst>
        <pc:spChg chg="add mod">
          <ac:chgData name="Paulo Lacerda" userId="d2bd7532be8a02a2" providerId="LiveId" clId="{87E838DA-51CE-4514-A1BE-8EA5E23C5BF1}" dt="2026-06-01T21:17:44.012" v="332" actId="1076"/>
          <ac:spMkLst>
            <pc:docMk/>
            <pc:sldMk cId="2142621692" sldId="259"/>
            <ac:spMk id="3" creationId="{1D8D54AD-12AC-2660-D7AA-283BDE257690}"/>
          </ac:spMkLst>
        </pc:spChg>
      </pc:sldChg>
      <pc:sldChg chg="addSp delSp modSp mod">
        <pc:chgData name="Paulo Lacerda" userId="d2bd7532be8a02a2" providerId="LiveId" clId="{87E838DA-51CE-4514-A1BE-8EA5E23C5BF1}" dt="2026-06-01T23:09:11.024" v="354"/>
        <pc:sldMkLst>
          <pc:docMk/>
          <pc:sldMk cId="3430246451" sldId="260"/>
        </pc:sldMkLst>
        <pc:spChg chg="add mod">
          <ac:chgData name="Paulo Lacerda" userId="d2bd7532be8a02a2" providerId="LiveId" clId="{87E838DA-51CE-4514-A1BE-8EA5E23C5BF1}" dt="2026-06-01T21:17:57.108" v="341" actId="20577"/>
          <ac:spMkLst>
            <pc:docMk/>
            <pc:sldMk cId="3430246451" sldId="260"/>
            <ac:spMk id="3" creationId="{2613F41D-83CF-680A-72F8-128CA0E33A90}"/>
          </ac:spMkLst>
        </pc:spChg>
        <pc:spChg chg="mod">
          <ac:chgData name="Paulo Lacerda" userId="d2bd7532be8a02a2" providerId="LiveId" clId="{87E838DA-51CE-4514-A1BE-8EA5E23C5BF1}" dt="2026-05-30T14:24:22.220" v="70" actId="27636"/>
          <ac:spMkLst>
            <pc:docMk/>
            <pc:sldMk cId="3430246451" sldId="260"/>
            <ac:spMk id="29" creationId="{37B36455-27E3-F0CF-74D1-DDDF64D6A12B}"/>
          </ac:spMkLst>
        </pc:spChg>
        <pc:picChg chg="add mod modCrop">
          <ac:chgData name="Paulo Lacerda" userId="d2bd7532be8a02a2" providerId="LiveId" clId="{87E838DA-51CE-4514-A1BE-8EA5E23C5BF1}" dt="2026-06-01T23:09:11.024" v="354"/>
          <ac:picMkLst>
            <pc:docMk/>
            <pc:sldMk cId="3430246451" sldId="260"/>
            <ac:picMk id="6" creationId="{D84F2668-9DDF-6297-3B86-73AAB4B5B505}"/>
          </ac:picMkLst>
        </pc:picChg>
        <pc:picChg chg="del">
          <ac:chgData name="Paulo Lacerda" userId="d2bd7532be8a02a2" providerId="LiveId" clId="{87E838DA-51CE-4514-A1BE-8EA5E23C5BF1}" dt="2026-06-01T23:08:59.634" v="351" actId="478"/>
          <ac:picMkLst>
            <pc:docMk/>
            <pc:sldMk cId="3430246451" sldId="260"/>
            <ac:picMk id="51" creationId="{740181C0-B46D-7FB2-5BC3-B5A19577B617}"/>
          </ac:picMkLst>
        </pc:picChg>
      </pc:sldChg>
      <pc:sldChg chg="addSp modSp mod">
        <pc:chgData name="Paulo Lacerda" userId="d2bd7532be8a02a2" providerId="LiveId" clId="{87E838DA-51CE-4514-A1BE-8EA5E23C5BF1}" dt="2026-06-01T21:18:00.466" v="343" actId="20577"/>
        <pc:sldMkLst>
          <pc:docMk/>
          <pc:sldMk cId="1818232876" sldId="261"/>
        </pc:sldMkLst>
        <pc:spChg chg="mod">
          <ac:chgData name="Paulo Lacerda" userId="d2bd7532be8a02a2" providerId="LiveId" clId="{87E838DA-51CE-4514-A1BE-8EA5E23C5BF1}" dt="2026-05-30T13:55:18.763" v="0" actId="113"/>
          <ac:spMkLst>
            <pc:docMk/>
            <pc:sldMk cId="1818232876" sldId="261"/>
            <ac:spMk id="2" creationId="{36F189BC-1F13-AF54-C6DD-08C05D0CB14A}"/>
          </ac:spMkLst>
        </pc:spChg>
        <pc:spChg chg="add mod">
          <ac:chgData name="Paulo Lacerda" userId="d2bd7532be8a02a2" providerId="LiveId" clId="{87E838DA-51CE-4514-A1BE-8EA5E23C5BF1}" dt="2026-06-01T21:18:00.466" v="343" actId="20577"/>
          <ac:spMkLst>
            <pc:docMk/>
            <pc:sldMk cId="1818232876" sldId="261"/>
            <ac:spMk id="3" creationId="{EC744B4E-6F53-D51C-8821-CEA3E48EBBE4}"/>
          </ac:spMkLst>
        </pc:spChg>
      </pc:sldChg>
      <pc:sldChg chg="addSp delSp modSp new mod">
        <pc:chgData name="Paulo Lacerda" userId="d2bd7532be8a02a2" providerId="LiveId" clId="{87E838DA-51CE-4514-A1BE-8EA5E23C5BF1}" dt="2026-06-01T21:18:07.494" v="347" actId="20577"/>
        <pc:sldMkLst>
          <pc:docMk/>
          <pc:sldMk cId="3875305696" sldId="262"/>
        </pc:sldMkLst>
        <pc:spChg chg="mod">
          <ac:chgData name="Paulo Lacerda" userId="d2bd7532be8a02a2" providerId="LiveId" clId="{87E838DA-51CE-4514-A1BE-8EA5E23C5BF1}" dt="2026-05-30T13:59:04.445" v="8" actId="113"/>
          <ac:spMkLst>
            <pc:docMk/>
            <pc:sldMk cId="3875305696" sldId="262"/>
            <ac:spMk id="2" creationId="{18A697E6-7BC3-A4DC-D72F-DDCBB0327970}"/>
          </ac:spMkLst>
        </pc:spChg>
        <pc:spChg chg="del">
          <ac:chgData name="Paulo Lacerda" userId="d2bd7532be8a02a2" providerId="LiveId" clId="{87E838DA-51CE-4514-A1BE-8EA5E23C5BF1}" dt="2026-06-01T10:49:40.258" v="303" actId="478"/>
          <ac:spMkLst>
            <pc:docMk/>
            <pc:sldMk cId="3875305696" sldId="262"/>
            <ac:spMk id="3" creationId="{523F8D32-4380-B153-1723-4350F6DBA2AD}"/>
          </ac:spMkLst>
        </pc:spChg>
        <pc:spChg chg="add mod">
          <ac:chgData name="Paulo Lacerda" userId="d2bd7532be8a02a2" providerId="LiveId" clId="{87E838DA-51CE-4514-A1BE-8EA5E23C5BF1}" dt="2026-06-01T21:18:07.494" v="347" actId="20577"/>
          <ac:spMkLst>
            <pc:docMk/>
            <pc:sldMk cId="3875305696" sldId="262"/>
            <ac:spMk id="3" creationId="{9E3D7423-FB11-96A3-4724-F0907AD96FB7}"/>
          </ac:spMkLst>
        </pc:spChg>
        <pc:picChg chg="add mod">
          <ac:chgData name="Paulo Lacerda" userId="d2bd7532be8a02a2" providerId="LiveId" clId="{87E838DA-51CE-4514-A1BE-8EA5E23C5BF1}" dt="2026-06-01T10:50:16.519" v="327" actId="1035"/>
          <ac:picMkLst>
            <pc:docMk/>
            <pc:sldMk cId="3875305696" sldId="262"/>
            <ac:picMk id="6" creationId="{2B456621-2200-71AC-A4BA-674453D070E4}"/>
          </ac:picMkLst>
        </pc:picChg>
      </pc:sldChg>
      <pc:sldChg chg="addSp delSp modSp add del mod">
        <pc:chgData name="Paulo Lacerda" userId="d2bd7532be8a02a2" providerId="LiveId" clId="{87E838DA-51CE-4514-A1BE-8EA5E23C5BF1}" dt="2026-06-01T10:46:18.810" v="293" actId="47"/>
        <pc:sldMkLst>
          <pc:docMk/>
          <pc:sldMk cId="435783590" sldId="264"/>
        </pc:sldMkLst>
        <pc:picChg chg="add mod">
          <ac:chgData name="Paulo Lacerda" userId="d2bd7532be8a02a2" providerId="LiveId" clId="{87E838DA-51CE-4514-A1BE-8EA5E23C5BF1}" dt="2026-06-01T10:41:41.506" v="265" actId="1076"/>
          <ac:picMkLst>
            <pc:docMk/>
            <pc:sldMk cId="435783590" sldId="264"/>
            <ac:picMk id="6" creationId="{A6767ED2-14A7-CFE6-0B7B-2BEAF34ADB6E}"/>
          </ac:picMkLst>
        </pc:picChg>
        <pc:picChg chg="add mod modCrop">
          <ac:chgData name="Paulo Lacerda" userId="d2bd7532be8a02a2" providerId="LiveId" clId="{87E838DA-51CE-4514-A1BE-8EA5E23C5BF1}" dt="2026-06-01T10:41:41.078" v="264" actId="688"/>
          <ac:picMkLst>
            <pc:docMk/>
            <pc:sldMk cId="435783590" sldId="264"/>
            <ac:picMk id="14" creationId="{F075E43D-8423-8131-8426-721745EB3BF1}"/>
          </ac:picMkLst>
        </pc:picChg>
      </pc:sldChg>
      <pc:sldChg chg="addSp delSp modSp new del mod">
        <pc:chgData name="Paulo Lacerda" userId="d2bd7532be8a02a2" providerId="LiveId" clId="{87E838DA-51CE-4514-A1BE-8EA5E23C5BF1}" dt="2026-06-01T10:26:44.219" v="179" actId="47"/>
        <pc:sldMkLst>
          <pc:docMk/>
          <pc:sldMk cId="4039907236" sldId="265"/>
        </pc:sldMkLst>
        <pc:spChg chg="del">
          <ac:chgData name="Paulo Lacerda" userId="d2bd7532be8a02a2" providerId="LiveId" clId="{87E838DA-51CE-4514-A1BE-8EA5E23C5BF1}" dt="2026-06-01T10:24:53.776" v="140" actId="478"/>
          <ac:spMkLst>
            <pc:docMk/>
            <pc:sldMk cId="4039907236" sldId="265"/>
            <ac:spMk id="3" creationId="{1F97C034-C3E6-471B-65F9-56D6C9E66B4F}"/>
          </ac:spMkLst>
        </pc:spChg>
        <pc:spChg chg="add">
          <ac:chgData name="Paulo Lacerda" userId="d2bd7532be8a02a2" providerId="LiveId" clId="{87E838DA-51CE-4514-A1BE-8EA5E23C5BF1}" dt="2026-06-01T10:24:54.333" v="141"/>
          <ac:spMkLst>
            <pc:docMk/>
            <pc:sldMk cId="4039907236" sldId="265"/>
            <ac:spMk id="5" creationId="{5E6B04B9-6F0A-0BD4-1F88-488DD351A26A}"/>
          </ac:spMkLst>
        </pc:spChg>
        <pc:picChg chg="add mod">
          <ac:chgData name="Paulo Lacerda" userId="d2bd7532be8a02a2" providerId="LiveId" clId="{87E838DA-51CE-4514-A1BE-8EA5E23C5BF1}" dt="2026-06-01T10:25:02.704" v="146" actId="1076"/>
          <ac:picMkLst>
            <pc:docMk/>
            <pc:sldMk cId="4039907236" sldId="265"/>
            <ac:picMk id="7" creationId="{D4375A80-E8A8-5214-1A68-03859F5F879C}"/>
          </ac:picMkLst>
        </pc:picChg>
      </pc:sldChg>
      <pc:sldChg chg="addSp delSp modSp new del mod">
        <pc:chgData name="Paulo Lacerda" userId="d2bd7532be8a02a2" providerId="LiveId" clId="{87E838DA-51CE-4514-A1BE-8EA5E23C5BF1}" dt="2026-06-01T10:26:42.888" v="178" actId="47"/>
        <pc:sldMkLst>
          <pc:docMk/>
          <pc:sldMk cId="2144809470" sldId="266"/>
        </pc:sldMkLst>
        <pc:spChg chg="del">
          <ac:chgData name="Paulo Lacerda" userId="d2bd7532be8a02a2" providerId="LiveId" clId="{87E838DA-51CE-4514-A1BE-8EA5E23C5BF1}" dt="2026-06-01T10:26:26.522" v="169" actId="478"/>
          <ac:spMkLst>
            <pc:docMk/>
            <pc:sldMk cId="2144809470" sldId="266"/>
            <ac:spMk id="3" creationId="{85CF273D-51FD-984A-198E-35581FCE8A91}"/>
          </ac:spMkLst>
        </pc:spChg>
        <pc:picChg chg="add del mod">
          <ac:chgData name="Paulo Lacerda" userId="d2bd7532be8a02a2" providerId="LiveId" clId="{87E838DA-51CE-4514-A1BE-8EA5E23C5BF1}" dt="2026-06-01T10:26:32.558" v="172" actId="478"/>
          <ac:picMkLst>
            <pc:docMk/>
            <pc:sldMk cId="2144809470" sldId="266"/>
            <ac:picMk id="6" creationId="{9404D6DF-371D-3CA7-1DA6-5FEDB11BCAED}"/>
          </ac:picMkLst>
        </pc:picChg>
      </pc:sldChg>
      <pc:sldChg chg="delSp new del mod">
        <pc:chgData name="Paulo Lacerda" userId="d2bd7532be8a02a2" providerId="LiveId" clId="{87E838DA-51CE-4514-A1BE-8EA5E23C5BF1}" dt="2026-06-01T10:26:03.698" v="162" actId="47"/>
        <pc:sldMkLst>
          <pc:docMk/>
          <pc:sldMk cId="2660157260" sldId="266"/>
        </pc:sldMkLst>
        <pc:spChg chg="del">
          <ac:chgData name="Paulo Lacerda" userId="d2bd7532be8a02a2" providerId="LiveId" clId="{87E838DA-51CE-4514-A1BE-8EA5E23C5BF1}" dt="2026-06-01T10:25:09.375" v="148" actId="478"/>
          <ac:spMkLst>
            <pc:docMk/>
            <pc:sldMk cId="2660157260" sldId="266"/>
            <ac:spMk id="2" creationId="{B6333431-8502-5818-9153-029338C916E9}"/>
          </ac:spMkLst>
        </pc:spChg>
        <pc:spChg chg="del">
          <ac:chgData name="Paulo Lacerda" userId="d2bd7532be8a02a2" providerId="LiveId" clId="{87E838DA-51CE-4514-A1BE-8EA5E23C5BF1}" dt="2026-06-01T10:25:09.955" v="149" actId="478"/>
          <ac:spMkLst>
            <pc:docMk/>
            <pc:sldMk cId="2660157260" sldId="266"/>
            <ac:spMk id="3" creationId="{6B3005F0-A975-CDEB-15DC-B854DAC8007E}"/>
          </ac:spMkLst>
        </pc:spChg>
      </pc:sldChg>
      <pc:sldChg chg="new del">
        <pc:chgData name="Paulo Lacerda" userId="d2bd7532be8a02a2" providerId="LiveId" clId="{87E838DA-51CE-4514-A1BE-8EA5E23C5BF1}" dt="2026-06-01T10:25:18.445" v="153" actId="680"/>
        <pc:sldMkLst>
          <pc:docMk/>
          <pc:sldMk cId="508575555" sldId="267"/>
        </pc:sldMkLst>
      </pc:sldChg>
      <pc:sldChg chg="addSp delSp modSp new mod ord addAnim delAnim modAnim">
        <pc:chgData name="Paulo Lacerda" userId="d2bd7532be8a02a2" providerId="LiveId" clId="{87E838DA-51CE-4514-A1BE-8EA5E23C5BF1}" dt="2026-06-01T21:17:53.352" v="339" actId="20577"/>
        <pc:sldMkLst>
          <pc:docMk/>
          <pc:sldMk cId="685679868" sldId="267"/>
        </pc:sldMkLst>
        <pc:spChg chg="add mod">
          <ac:chgData name="Paulo Lacerda" userId="d2bd7532be8a02a2" providerId="LiveId" clId="{87E838DA-51CE-4514-A1BE-8EA5E23C5BF1}" dt="2026-06-01T21:17:53.352" v="339" actId="20577"/>
          <ac:spMkLst>
            <pc:docMk/>
            <pc:sldMk cId="685679868" sldId="267"/>
            <ac:spMk id="4" creationId="{4458D974-02E2-9160-9AC6-A50EE902B96A}"/>
          </ac:spMkLst>
        </pc:spChg>
        <pc:spChg chg="add">
          <ac:chgData name="Paulo Lacerda" userId="d2bd7532be8a02a2" providerId="LiveId" clId="{87E838DA-51CE-4514-A1BE-8EA5E23C5BF1}" dt="2026-06-01T10:28:47.310" v="201"/>
          <ac:spMkLst>
            <pc:docMk/>
            <pc:sldMk cId="685679868" sldId="267"/>
            <ac:spMk id="6" creationId="{A9FB7F06-7793-7DF4-5CE7-0DCA0C68B19E}"/>
          </ac:spMkLst>
        </pc:spChg>
        <pc:spChg chg="add del mod">
          <ac:chgData name="Paulo Lacerda" userId="d2bd7532be8a02a2" providerId="LiveId" clId="{87E838DA-51CE-4514-A1BE-8EA5E23C5BF1}" dt="2026-06-01T10:47:45.202" v="299" actId="478"/>
          <ac:spMkLst>
            <pc:docMk/>
            <pc:sldMk cId="685679868" sldId="267"/>
            <ac:spMk id="9" creationId="{379A3735-B9C4-0410-46AF-4C0D165BEE68}"/>
          </ac:spMkLst>
        </pc:spChg>
        <pc:picChg chg="add mod">
          <ac:chgData name="Paulo Lacerda" userId="d2bd7532be8a02a2" providerId="LiveId" clId="{87E838DA-51CE-4514-A1BE-8EA5E23C5BF1}" dt="2026-06-01T10:29:31.408" v="212" actId="1440"/>
          <ac:picMkLst>
            <pc:docMk/>
            <pc:sldMk cId="685679868" sldId="267"/>
            <ac:picMk id="3" creationId="{3447541F-6827-1C5B-F72C-15076786AA23}"/>
          </ac:picMkLst>
        </pc:picChg>
        <pc:picChg chg="add mod modCrop">
          <ac:chgData name="Paulo Lacerda" userId="d2bd7532be8a02a2" providerId="LiveId" clId="{87E838DA-51CE-4514-A1BE-8EA5E23C5BF1}" dt="2026-06-01T10:29:39.739" v="214" actId="1440"/>
          <ac:picMkLst>
            <pc:docMk/>
            <pc:sldMk cId="685679868" sldId="267"/>
            <ac:picMk id="5" creationId="{1FA5B92A-06AA-8C45-AAAA-32ED60224F60}"/>
          </ac:picMkLst>
        </pc:picChg>
        <pc:picChg chg="add mod modCrop">
          <ac:chgData name="Paulo Lacerda" userId="d2bd7532be8a02a2" providerId="LiveId" clId="{87E838DA-51CE-4514-A1BE-8EA5E23C5BF1}" dt="2026-06-01T10:29:38.083" v="213" actId="1440"/>
          <ac:picMkLst>
            <pc:docMk/>
            <pc:sldMk cId="685679868" sldId="267"/>
            <ac:picMk id="8" creationId="{18F62302-94E7-CF11-68C4-7C7C4164A2C8}"/>
          </ac:picMkLst>
        </pc:picChg>
      </pc:sldChg>
      <pc:sldChg chg="new del">
        <pc:chgData name="Paulo Lacerda" userId="d2bd7532be8a02a2" providerId="LiveId" clId="{87E838DA-51CE-4514-A1BE-8EA5E23C5BF1}" dt="2026-06-01T10:25:16.253" v="151" actId="680"/>
        <pc:sldMkLst>
          <pc:docMk/>
          <pc:sldMk cId="2903331129" sldId="267"/>
        </pc:sldMkLst>
      </pc:sldChg>
      <pc:sldChg chg="new del">
        <pc:chgData name="Paulo Lacerda" userId="d2bd7532be8a02a2" providerId="LiveId" clId="{87E838DA-51CE-4514-A1BE-8EA5E23C5BF1}" dt="2026-06-01T10:26:37.116" v="174" actId="47"/>
        <pc:sldMkLst>
          <pc:docMk/>
          <pc:sldMk cId="3309614380" sldId="267"/>
        </pc:sldMkLst>
      </pc:sldChg>
      <pc:sldChg chg="addSp modSp new del mod modClrScheme chgLayout">
        <pc:chgData name="Paulo Lacerda" userId="d2bd7532be8a02a2" providerId="LiveId" clId="{87E838DA-51CE-4514-A1BE-8EA5E23C5BF1}" dt="2026-06-01T10:26:13.644" v="167" actId="47"/>
        <pc:sldMkLst>
          <pc:docMk/>
          <pc:sldMk cId="3395336100" sldId="267"/>
        </pc:sldMkLst>
        <pc:spChg chg="mod ord">
          <ac:chgData name="Paulo Lacerda" userId="d2bd7532be8a02a2" providerId="LiveId" clId="{87E838DA-51CE-4514-A1BE-8EA5E23C5BF1}" dt="2026-06-01T10:26:09.366" v="166" actId="26606"/>
          <ac:spMkLst>
            <pc:docMk/>
            <pc:sldMk cId="3395336100" sldId="267"/>
            <ac:spMk id="2" creationId="{9A67A415-C7C2-1865-5ED3-2C02DAA50F47}"/>
          </ac:spMkLst>
        </pc:spChg>
        <pc:spChg chg="add mod">
          <ac:chgData name="Paulo Lacerda" userId="d2bd7532be8a02a2" providerId="LiveId" clId="{87E838DA-51CE-4514-A1BE-8EA5E23C5BF1}" dt="2026-06-01T10:26:09.366" v="166" actId="26606"/>
          <ac:spMkLst>
            <pc:docMk/>
            <pc:sldMk cId="3395336100" sldId="267"/>
            <ac:spMk id="8" creationId="{C5826FC9-79CF-15B0-5BEA-0D25548504E7}"/>
          </ac:spMkLst>
        </pc:spChg>
        <pc:spChg chg="add mod">
          <ac:chgData name="Paulo Lacerda" userId="d2bd7532be8a02a2" providerId="LiveId" clId="{87E838DA-51CE-4514-A1BE-8EA5E23C5BF1}" dt="2026-06-01T10:26:09.366" v="166" actId="26606"/>
          <ac:spMkLst>
            <pc:docMk/>
            <pc:sldMk cId="3395336100" sldId="267"/>
            <ac:spMk id="10" creationId="{9D0A00CF-F97B-EA6C-0CB9-DA5FC90ACD18}"/>
          </ac:spMkLst>
        </pc:spChg>
        <pc:picChg chg="add mod">
          <ac:chgData name="Paulo Lacerda" userId="d2bd7532be8a02a2" providerId="LiveId" clId="{87E838DA-51CE-4514-A1BE-8EA5E23C5BF1}" dt="2026-06-01T10:26:09.366" v="166" actId="26606"/>
          <ac:picMkLst>
            <pc:docMk/>
            <pc:sldMk cId="3395336100" sldId="267"/>
            <ac:picMk id="3" creationId="{F8AADA44-97FB-1B1F-51EE-9F594D1B3F68}"/>
          </ac:picMkLst>
        </pc:picChg>
      </pc:sldChg>
      <pc:sldChg chg="addSp delSp modSp new del mod">
        <pc:chgData name="Paulo Lacerda" userId="d2bd7532be8a02a2" providerId="LiveId" clId="{87E838DA-51CE-4514-A1BE-8EA5E23C5BF1}" dt="2026-06-01T10:26:01.903" v="161" actId="47"/>
        <pc:sldMkLst>
          <pc:docMk/>
          <pc:sldMk cId="1199867860" sldId="268"/>
        </pc:sldMkLst>
        <pc:spChg chg="del">
          <ac:chgData name="Paulo Lacerda" userId="d2bd7532be8a02a2" providerId="LiveId" clId="{87E838DA-51CE-4514-A1BE-8EA5E23C5BF1}" dt="2026-06-01T10:25:55.009" v="156" actId="931"/>
          <ac:spMkLst>
            <pc:docMk/>
            <pc:sldMk cId="1199867860" sldId="268"/>
            <ac:spMk id="2" creationId="{03FA20AB-7169-7C14-03AF-C368DDF252CC}"/>
          </ac:spMkLst>
        </pc:spChg>
        <pc:picChg chg="add mod ord">
          <ac:chgData name="Paulo Lacerda" userId="d2bd7532be8a02a2" providerId="LiveId" clId="{87E838DA-51CE-4514-A1BE-8EA5E23C5BF1}" dt="2026-06-01T10:26:00.173" v="160" actId="1076"/>
          <ac:picMkLst>
            <pc:docMk/>
            <pc:sldMk cId="1199867860" sldId="268"/>
            <ac:picMk id="7" creationId="{AE221AF5-32F4-68AA-6C37-4333528E5FC3}"/>
          </ac:picMkLst>
        </pc:picChg>
      </pc:sldChg>
      <pc:sldChg chg="addSp modSp new del">
        <pc:chgData name="Paulo Lacerda" userId="d2bd7532be8a02a2" providerId="LiveId" clId="{87E838DA-51CE-4514-A1BE-8EA5E23C5BF1}" dt="2026-06-01T10:41:52.946" v="269" actId="47"/>
        <pc:sldMkLst>
          <pc:docMk/>
          <pc:sldMk cId="3522796955" sldId="268"/>
        </pc:sldMkLst>
        <pc:picChg chg="add mod">
          <ac:chgData name="Paulo Lacerda" userId="d2bd7532be8a02a2" providerId="LiveId" clId="{87E838DA-51CE-4514-A1BE-8EA5E23C5BF1}" dt="2026-06-01T10:41:46.789" v="267"/>
          <ac:picMkLst>
            <pc:docMk/>
            <pc:sldMk cId="3522796955" sldId="268"/>
            <ac:picMk id="5" creationId="{B8C62E22-2647-B63E-E4FB-336F3464F8E0}"/>
          </ac:picMkLst>
        </pc:picChg>
      </pc:sldChg>
      <pc:sldChg chg="addSp delSp modSp add mod">
        <pc:chgData name="Paulo Lacerda" userId="d2bd7532be8a02a2" providerId="LiveId" clId="{87E838DA-51CE-4514-A1BE-8EA5E23C5BF1}" dt="2026-06-01T21:18:04.511" v="345" actId="20577"/>
        <pc:sldMkLst>
          <pc:docMk/>
          <pc:sldMk cId="2225617601" sldId="269"/>
        </pc:sldMkLst>
        <pc:spChg chg="add mod">
          <ac:chgData name="Paulo Lacerda" userId="d2bd7532be8a02a2" providerId="LiveId" clId="{87E838DA-51CE-4514-A1BE-8EA5E23C5BF1}" dt="2026-06-01T21:18:04.511" v="345" actId="20577"/>
          <ac:spMkLst>
            <pc:docMk/>
            <pc:sldMk cId="2225617601" sldId="269"/>
            <ac:spMk id="7" creationId="{82738DDE-5977-C80B-2628-9D93A9B5486D}"/>
          </ac:spMkLst>
        </pc:spChg>
        <pc:picChg chg="add mod modCrop">
          <ac:chgData name="Paulo Lacerda" userId="d2bd7532be8a02a2" providerId="LiveId" clId="{87E838DA-51CE-4514-A1BE-8EA5E23C5BF1}" dt="2026-06-01T10:43:06.344" v="292" actId="1076"/>
          <ac:picMkLst>
            <pc:docMk/>
            <pc:sldMk cId="2225617601" sldId="269"/>
            <ac:picMk id="3" creationId="{19A87E19-C778-9BD4-87AB-8D86BB01DE74}"/>
          </ac:picMkLst>
        </pc:picChg>
        <pc:picChg chg="add del">
          <ac:chgData name="Paulo Lacerda" userId="d2bd7532be8a02a2" providerId="LiveId" clId="{87E838DA-51CE-4514-A1BE-8EA5E23C5BF1}" dt="2026-06-01T10:42:49.265" v="288" actId="478"/>
          <ac:picMkLst>
            <pc:docMk/>
            <pc:sldMk cId="2225617601" sldId="269"/>
            <ac:picMk id="5" creationId="{2496333E-394B-3A3B-8394-A884AEE629B1}"/>
          </ac:picMkLst>
        </pc:picChg>
        <pc:picChg chg="mod modCrop">
          <ac:chgData name="Paulo Lacerda" userId="d2bd7532be8a02a2" providerId="LiveId" clId="{87E838DA-51CE-4514-A1BE-8EA5E23C5BF1}" dt="2026-06-01T10:43:04.895" v="291" actId="1076"/>
          <ac:picMkLst>
            <pc:docMk/>
            <pc:sldMk cId="2225617601" sldId="269"/>
            <ac:picMk id="6" creationId="{62F97574-86FB-ED01-5CAC-B7FD92ABE8AF}"/>
          </ac:picMkLst>
        </pc:picChg>
        <pc:picChg chg="del">
          <ac:chgData name="Paulo Lacerda" userId="d2bd7532be8a02a2" providerId="LiveId" clId="{87E838DA-51CE-4514-A1BE-8EA5E23C5BF1}" dt="2026-06-01T10:41:55.658" v="272" actId="478"/>
          <ac:picMkLst>
            <pc:docMk/>
            <pc:sldMk cId="2225617601" sldId="269"/>
            <ac:picMk id="13" creationId="{A6B9F4A3-1C0C-2B8E-3C42-E75287C8F93C}"/>
          </ac:picMkLst>
        </pc:picChg>
        <pc:picChg chg="del">
          <ac:chgData name="Paulo Lacerda" userId="d2bd7532be8a02a2" providerId="LiveId" clId="{87E838DA-51CE-4514-A1BE-8EA5E23C5BF1}" dt="2026-06-01T10:41:54.809" v="270" actId="478"/>
          <ac:picMkLst>
            <pc:docMk/>
            <pc:sldMk cId="2225617601" sldId="269"/>
            <ac:picMk id="14" creationId="{3E7D97DF-93CF-D0A2-A990-463C72EF739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B928736-AA0B-442D-A1AF-8261F7034BF9}" type="datetime1">
              <a:rPr lang="pt-PT" smtClean="0"/>
              <a:t>01/06/2026</a:t>
            </a:fld>
            <a:endParaRPr lang="en-US" dirty="0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D4F8076-E201-4AD9-9292-9CDC6E4C499D}" type="datetime1">
              <a:rPr lang="pt-PT" smtClean="0"/>
              <a:t>01/06/2026</a:t>
            </a:fld>
            <a:endParaRPr lang="en-US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pt"/>
              <a:t>Clique para editar os Estilos de texto do modelo global</a:t>
            </a:r>
            <a:endParaRPr lang="en-US"/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pt" dirty="0"/>
              <a:t>Clique para editar o estilo do título do Modelo Global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3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PT"/>
              <a:t>Clique para editar o estilo de subtítulo do Modelo Global</a:t>
            </a:r>
            <a:endParaRPr lang="en-US" dirty="0"/>
          </a:p>
        </p:txBody>
      </p:sp>
      <p:cxnSp>
        <p:nvCxnSpPr>
          <p:cNvPr id="9" name="Conexão Reta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CED0CAB-5C98-4633-8227-766380E8BC6E}" type="datetime1">
              <a:rPr lang="pt-PT" smtClean="0"/>
              <a:t>01/06/2026</a:t>
            </a:fld>
            <a:endParaRPr lang="en-US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pt" dirty="0"/>
              <a:t>Clique para editar o estilo do título do Modelo Global</a:t>
            </a:r>
            <a:endParaRPr lang="en-US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C3D2EF-A9F1-401A-8C02-1662D96CBA0D}" type="datetime1">
              <a:rPr lang="pt-PT" smtClean="0"/>
              <a:t>01/06/2026</a:t>
            </a:fld>
            <a:endParaRPr lang="en-US" dirty="0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c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pt" dirty="0"/>
              <a:t>Clique para editar o estilo do título do Modelo Global</a:t>
            </a:r>
            <a:endParaRPr lang="en-US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3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PT"/>
              <a:t>Clique para editar os estilos do texto de Modelo Global</a:t>
            </a:r>
          </a:p>
        </p:txBody>
      </p:sp>
      <p:cxnSp>
        <p:nvCxnSpPr>
          <p:cNvPr id="9" name="Conexão Reta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582FB0-8268-4450-AEFB-7C755E727544}" type="datetime1">
              <a:rPr lang="pt-PT" smtClean="0"/>
              <a:t>01/06/2026</a:t>
            </a:fld>
            <a:endParaRPr lang="en-US" dirty="0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Marcador de Posição do Número do Diapositivo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pt" dirty="0"/>
              <a:t>Clique para editar o estilo do título do Modelo Global</a:t>
            </a:r>
            <a:endParaRPr lang="en-US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 hasCustomPrompt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pt-pt" dirty="0"/>
              <a:t>Clique para editar os Estilos de texto do 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 hasCustomPrompt="1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pt-pt" dirty="0"/>
              <a:t>Clique para editar os Estilos de texto do 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6E0A07F-0364-433A-B636-12526FBF2765}" type="datetime1">
              <a:rPr lang="pt-PT" smtClean="0"/>
              <a:t>01/06/2026</a:t>
            </a:fld>
            <a:endParaRPr lang="en-US" dirty="0"/>
          </a:p>
        </p:txBody>
      </p:sp>
      <p:sp>
        <p:nvSpPr>
          <p:cNvPr id="9" name="Marcador de Posição do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Marcador de Posição do Número do Diapositivo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pt" dirty="0"/>
              <a:t>Clique para editar o estilo do título do Modelo Global</a:t>
            </a:r>
            <a:endParaRPr lang="en-US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 hasCustomPrompt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dirty="0"/>
              <a:t>Clique para editar os estilos de texto do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 hasCustomPrompt="1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pt-pt" dirty="0"/>
              <a:t>Clique para editar os Estilos de texto do 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dirty="0"/>
              <a:t>Clique para editar os estilos de texto do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 hasCustomPrompt="1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pt-pt" dirty="0"/>
              <a:t>Clique para editar os estilos de texto do 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25BCC9B-3D00-4038-B827-05429894F1D1}" type="datetime1">
              <a:rPr lang="pt-PT" smtClean="0"/>
              <a:t>01/06/2026</a:t>
            </a:fld>
            <a:endParaRPr lang="en-US" dirty="0"/>
          </a:p>
        </p:txBody>
      </p:sp>
      <p:sp>
        <p:nvSpPr>
          <p:cNvPr id="11" name="Marcador de Posição do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Marcador de Posição do Número do Diapositivo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pt" dirty="0"/>
              <a:t>Clique para editar o estilo do título do Modelo Global</a:t>
            </a:r>
            <a:endParaRPr lang="en-US" dirty="0"/>
          </a:p>
        </p:txBody>
      </p:sp>
      <p:sp>
        <p:nvSpPr>
          <p:cNvPr id="6" name="Marcador de Posição d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E5B8D0D-025A-4217-B697-16EEC070DDC8}" type="datetime1">
              <a:rPr lang="pt-PT" smtClean="0"/>
              <a:t>01/06/2026</a:t>
            </a:fld>
            <a:endParaRPr lang="en-US" dirty="0"/>
          </a:p>
        </p:txBody>
      </p:sp>
      <p:sp>
        <p:nvSpPr>
          <p:cNvPr id="7" name="Marcador de Posição do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763092-FB88-4F2E-B7A9-6AD9CA079CD0}" type="datetime1">
              <a:rPr lang="pt-PT" smtClean="0"/>
              <a:t>01/06/2026</a:t>
            </a:fld>
            <a:endParaRPr lang="en-US" dirty="0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pt" dirty="0"/>
              <a:t>Clique para editar os estilos de 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E55777FD-C41C-4ED6-9788-E0BDB29FE28C}" type="datetime1">
              <a:rPr lang="pt-PT" smtClean="0"/>
              <a:t>01/06/2026</a:t>
            </a:fld>
            <a:endParaRPr lang="en-US" dirty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Posição d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1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E2C937DC-1FD7-45E0-8375-82F139FBDB0A}" type="datetime1">
              <a:rPr lang="pt-PT" smtClean="0"/>
              <a:t>01/06/2026</a:t>
            </a:fld>
            <a:endParaRPr lang="en-US" dirty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pt" dirty="0"/>
              <a:t>Clique para editar o estilo do título do Modelo Global</a:t>
            </a:r>
            <a:endParaRPr lang="en-US" dirty="0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lIns="45720" tIns="0" rIns="45720" bIns="0" rtlCol="0"/>
          <a:lstStyle>
            <a:lvl1pPr>
              <a:defRPr/>
            </a:lvl1pPr>
          </a:lstStyle>
          <a:p>
            <a:pPr lvl="0" rtl="0"/>
            <a:r>
              <a:rPr lang="pt-pt" dirty="0"/>
              <a:t>Clique para editar os Estilos de texto do 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222BAA2-AC6B-4746-8053-EDC8606E535A}" type="datetime1">
              <a:rPr lang="pt-PT" smtClean="0"/>
              <a:t>01/06/2026</a:t>
            </a:fld>
            <a:endParaRPr lang="en-US" dirty="0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pt-pt" dirty="0"/>
              <a:t>Clique para editar o estilo do título do Modelo Global</a:t>
            </a:r>
            <a:endParaRPr lang="en-US" dirty="0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EDC9CF0-46A2-4AC7-9FA2-8EC67FAC0032}" type="datetime1">
              <a:rPr lang="pt-PT" smtClean="0"/>
              <a:t>01/06/2026</a:t>
            </a:fld>
            <a:endParaRPr lang="en-US" dirty="0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Marcador de Posição do Número do Diapositivo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pt" dirty="0"/>
              <a:t>Clique para editar o estilo do título do Modelo Global</a:t>
            </a:r>
            <a:endParaRPr lang="en-US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pt"/>
              <a:t>Clique para editar os Estilos de texto do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1F5BAF06-A1C3-41CD-B482-A3F55490B9C6}" type="datetime1">
              <a:rPr lang="pt-PT" smtClean="0"/>
              <a:t>01/06/2026</a:t>
            </a:fld>
            <a:endParaRPr lang="en-US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Conexão Reta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76EFB3-4C08-083B-697B-90DBDD4BF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824" y="2516033"/>
            <a:ext cx="5935965" cy="325935"/>
          </a:xfrm>
          <a:prstGeom prst="rect">
            <a:avLst/>
          </a:prstGeom>
        </p:spPr>
      </p:pic>
      <p:sp useBgFill="1">
        <p:nvSpPr>
          <p:cNvPr id="22" name="Retângulo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1132" y="-1004192"/>
            <a:ext cx="6253317" cy="3686015"/>
          </a:xfrm>
        </p:spPr>
        <p:txBody>
          <a:bodyPr rtlCol="0">
            <a:normAutofit/>
          </a:bodyPr>
          <a:lstStyle/>
          <a:p>
            <a:pPr rtl="0"/>
            <a:r>
              <a:rPr lang="pt-pt" sz="8000" dirty="0" err="1"/>
              <a:t>NewModus</a:t>
            </a:r>
            <a:endParaRPr lang="pt-pt" sz="8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5623" y="2844051"/>
            <a:ext cx="6776068" cy="1021498"/>
          </a:xfrm>
        </p:spPr>
        <p:txBody>
          <a:bodyPr rtlCol="0">
            <a:normAutofit/>
          </a:bodyPr>
          <a:lstStyle/>
          <a:p>
            <a:pPr rtl="0"/>
            <a:r>
              <a:rPr lang="pt-PT" sz="2000" cap="none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</a:t>
            </a:r>
            <a:r>
              <a:rPr lang="pt-pt" sz="2000" cap="none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ase de dados para gestão de clientes, medidas, stock, encomendas e vendas pronto a vestir </a:t>
            </a:r>
          </a:p>
        </p:txBody>
      </p:sp>
      <p:cxnSp>
        <p:nvCxnSpPr>
          <p:cNvPr id="24" name="Conexão Reta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m 8">
            <a:extLst>
              <a:ext uri="{FF2B5EF4-FFF2-40B4-BE49-F238E27FC236}">
                <a16:creationId xmlns:a16="http://schemas.microsoft.com/office/drawing/2014/main" id="{03AD0DC8-6BC0-DDE7-DD3B-517B80118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754" y="4421258"/>
            <a:ext cx="5924035" cy="325280"/>
          </a:xfrm>
          <a:prstGeom prst="rect">
            <a:avLst/>
          </a:prstGeom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A4265E53-BF31-9911-5B31-0F6CB8B3BCF7}"/>
              </a:ext>
            </a:extLst>
          </p:cNvPr>
          <p:cNvSpPr txBox="1">
            <a:spLocks/>
          </p:cNvSpPr>
          <p:nvPr/>
        </p:nvSpPr>
        <p:spPr>
          <a:xfrm>
            <a:off x="5038928" y="3704906"/>
            <a:ext cx="7080867" cy="2811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300" kern="1200" cap="all" spc="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600" cap="none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UC – Base de Dados</a:t>
            </a:r>
          </a:p>
          <a:p>
            <a:r>
              <a:rPr lang="pt-PT" sz="1600" cap="none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P7G7</a:t>
            </a:r>
          </a:p>
          <a:p>
            <a:r>
              <a:rPr lang="pt-PT" sz="1600" cap="none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Paulo Lacerda | 120202</a:t>
            </a:r>
          </a:p>
          <a:p>
            <a:r>
              <a:rPr lang="pt-PT" sz="1600" cap="none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Tiago Pita | 120152</a:t>
            </a:r>
            <a:endParaRPr lang="pt-pt" sz="1600" cap="none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1" name="Conexão reta 10">
            <a:extLst>
              <a:ext uri="{FF2B5EF4-FFF2-40B4-BE49-F238E27FC236}">
                <a16:creationId xmlns:a16="http://schemas.microsoft.com/office/drawing/2014/main" id="{79BD0C40-8870-8B58-5252-A21869049134}"/>
              </a:ext>
            </a:extLst>
          </p:cNvPr>
          <p:cNvCxnSpPr>
            <a:cxnSpLocks/>
          </p:cNvCxnSpPr>
          <p:nvPr/>
        </p:nvCxnSpPr>
        <p:spPr>
          <a:xfrm>
            <a:off x="5038928" y="2605500"/>
            <a:ext cx="659535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Imagem 14">
            <a:extLst>
              <a:ext uri="{FF2B5EF4-FFF2-40B4-BE49-F238E27FC236}">
                <a16:creationId xmlns:a16="http://schemas.microsoft.com/office/drawing/2014/main" id="{B064AA18-E1D8-DB84-A3C4-8333899B0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7762" y="187141"/>
            <a:ext cx="1932198" cy="349364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6ABED3E7-C500-B0C8-CEB7-A4889609C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44" y="1512432"/>
            <a:ext cx="3998868" cy="399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51C1E2-E2D2-6BEA-47EC-F356D61A8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b="1" dirty="0"/>
              <a:t>O Problema: </a:t>
            </a:r>
            <a:r>
              <a:rPr lang="pt-PT" sz="5400" dirty="0"/>
              <a:t>Informação Dispersa</a:t>
            </a:r>
            <a:endParaRPr lang="pt-PT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C1F50DB-B2C1-ED2B-6CBB-DAE9DF435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01/06/2026</a:t>
            </a:fld>
            <a:endParaRPr lang="en-US" dirty="0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82869505-A34F-7700-F748-3A3AF04076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693"/>
          <a:stretch>
            <a:fillRect/>
          </a:stretch>
        </p:blipFill>
        <p:spPr>
          <a:xfrm>
            <a:off x="0" y="1737360"/>
            <a:ext cx="12192000" cy="421933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D8D54AD-12AC-2660-D7AA-283BDE257690}"/>
              </a:ext>
            </a:extLst>
          </p:cNvPr>
          <p:cNvSpPr txBox="1"/>
          <p:nvPr/>
        </p:nvSpPr>
        <p:spPr>
          <a:xfrm>
            <a:off x="11795111" y="6446838"/>
            <a:ext cx="396889" cy="379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42621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E3534132-77C0-B1AE-44A0-8F111973F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A763092-FB88-4F2E-B7A9-6AD9CA079CD0}" type="datetime1">
              <a:rPr lang="pt-PT" smtClean="0"/>
              <a:t>01/06/2026</a:t>
            </a:fld>
            <a:endParaRPr lang="en-US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447541F-6827-1C5B-F72C-15076786A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37" y="214314"/>
            <a:ext cx="4454781" cy="59397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FA5B92A-06AA-8C45-AAAA-32ED60224F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50" t="2669" b="2082"/>
          <a:stretch>
            <a:fillRect/>
          </a:stretch>
        </p:blipFill>
        <p:spPr>
          <a:xfrm>
            <a:off x="5038928" y="547972"/>
            <a:ext cx="6705114" cy="52723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8F62302-94E7-CF11-68C4-7C7C4164A2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12" r="3871"/>
          <a:stretch>
            <a:fillRect/>
          </a:stretch>
        </p:blipFill>
        <p:spPr>
          <a:xfrm>
            <a:off x="5448868" y="547973"/>
            <a:ext cx="5885234" cy="52723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458D974-02E2-9160-9AC6-A50EE902B96A}"/>
              </a:ext>
            </a:extLst>
          </p:cNvPr>
          <p:cNvSpPr txBox="1"/>
          <p:nvPr/>
        </p:nvSpPr>
        <p:spPr>
          <a:xfrm>
            <a:off x="11795111" y="6446838"/>
            <a:ext cx="396889" cy="379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8567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8B3E66-84AA-1790-9362-126261F3D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b="1" dirty="0"/>
              <a:t>Solução:</a:t>
            </a:r>
            <a:r>
              <a:rPr lang="pt-PT" dirty="0"/>
              <a:t> </a:t>
            </a:r>
            <a:r>
              <a:rPr lang="pt-PT" sz="5400" dirty="0"/>
              <a:t>Base de dados relacional</a:t>
            </a:r>
            <a:endParaRPr lang="pt-PT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8AD81C8-470E-16C3-900D-F5C8BED2C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01/06/2026</a:t>
            </a:fld>
            <a:endParaRPr lang="en-US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00C0E42B-DB41-699D-6CA5-7D2EE7F7AC1F}"/>
              </a:ext>
            </a:extLst>
          </p:cNvPr>
          <p:cNvSpPr/>
          <p:nvPr/>
        </p:nvSpPr>
        <p:spPr>
          <a:xfrm>
            <a:off x="6557474" y="5067123"/>
            <a:ext cx="1959043" cy="48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Gestão de encomendas por medida e transações de </a:t>
            </a:r>
            <a:r>
              <a:rPr lang="en-US" sz="1200" dirty="0" err="1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venda</a:t>
            </a:r>
            <a:r>
              <a:rPr lang="en-US" sz="12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2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3BA2A7F4-26C1-4296-44C2-9FB865B244DE}"/>
              </a:ext>
            </a:extLst>
          </p:cNvPr>
          <p:cNvSpPr/>
          <p:nvPr/>
        </p:nvSpPr>
        <p:spPr>
          <a:xfrm>
            <a:off x="3279102" y="5067123"/>
            <a:ext cx="2413038" cy="575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Registo de </a:t>
            </a:r>
            <a:r>
              <a:rPr lang="en-US" sz="1200" dirty="0" err="1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pagamentos</a:t>
            </a:r>
            <a:r>
              <a:rPr lang="en-US" sz="12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saldos e ajustes financeiros.</a:t>
            </a:r>
            <a:endParaRPr lang="en-US" sz="1200" dirty="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FFB77445-A8D3-B5DC-9411-B55A13DA926A}"/>
              </a:ext>
            </a:extLst>
          </p:cNvPr>
          <p:cNvSpPr/>
          <p:nvPr/>
        </p:nvSpPr>
        <p:spPr>
          <a:xfrm>
            <a:off x="955441" y="2585315"/>
            <a:ext cx="2028183" cy="31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Clientes e Medidas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5159B807-A3E2-5EAE-7510-E577615137E7}"/>
              </a:ext>
            </a:extLst>
          </p:cNvPr>
          <p:cNvSpPr/>
          <p:nvPr/>
        </p:nvSpPr>
        <p:spPr>
          <a:xfrm>
            <a:off x="241576" y="5021226"/>
            <a:ext cx="2498959" cy="875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Perfil completo do cliente com histórico de medidas personalizadas.</a:t>
            </a:r>
            <a:endParaRPr lang="en-US" sz="12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37B36455-27E3-F0CF-74D1-DDDF64D6A12B}"/>
              </a:ext>
            </a:extLst>
          </p:cNvPr>
          <p:cNvSpPr/>
          <p:nvPr/>
        </p:nvSpPr>
        <p:spPr>
          <a:xfrm>
            <a:off x="9593650" y="5067123"/>
            <a:ext cx="2017787" cy="575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Catálogo de modelos, tecidos e inventário pronto-a-vestir.</a:t>
            </a:r>
            <a:endParaRPr lang="en-US" sz="12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613F41D-83CF-680A-72F8-128CA0E33A90}"/>
              </a:ext>
            </a:extLst>
          </p:cNvPr>
          <p:cNvSpPr txBox="1"/>
          <p:nvPr/>
        </p:nvSpPr>
        <p:spPr>
          <a:xfrm>
            <a:off x="11795111" y="6446838"/>
            <a:ext cx="396889" cy="379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bg1"/>
                </a:solidFill>
              </a:rPr>
              <a:t>4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84F2668-9DDF-6297-3B86-73AAB4B5B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779"/>
          <a:stretch>
            <a:fillRect/>
          </a:stretch>
        </p:blipFill>
        <p:spPr>
          <a:xfrm>
            <a:off x="0" y="1740565"/>
            <a:ext cx="12192000" cy="315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246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F189BC-1F13-AF54-C6DD-08C05D0CB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66283"/>
            <a:ext cx="10058400" cy="1450757"/>
          </a:xfrm>
        </p:spPr>
        <p:txBody>
          <a:bodyPr/>
          <a:lstStyle/>
          <a:p>
            <a:r>
              <a:rPr lang="pt-PT" b="1" dirty="0"/>
              <a:t>Implementação:</a:t>
            </a:r>
            <a:r>
              <a:rPr lang="pt-PT" dirty="0"/>
              <a:t> Duas camadas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1FA7B0E-0369-0D27-0641-FDEE4D898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01/06/2026</a:t>
            </a:fld>
            <a:endParaRPr lang="en-US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EB930CF9-AF6B-B06F-B3E1-CBBB6702D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98" y="2265680"/>
            <a:ext cx="10762282" cy="3815011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3A653EB4-1F4B-CEF7-0782-AE5A5B41D4BE}"/>
              </a:ext>
            </a:extLst>
          </p:cNvPr>
          <p:cNvSpPr/>
          <p:nvPr/>
        </p:nvSpPr>
        <p:spPr>
          <a:xfrm>
            <a:off x="1402524" y="3598456"/>
            <a:ext cx="1690533" cy="211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320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Aplicação C#</a:t>
            </a:r>
            <a:endParaRPr lang="en-US" sz="32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1F62F672-07AE-E429-B2F5-D3504AE0271D}"/>
              </a:ext>
            </a:extLst>
          </p:cNvPr>
          <p:cNvSpPr/>
          <p:nvPr/>
        </p:nvSpPr>
        <p:spPr>
          <a:xfrm>
            <a:off x="203200" y="4121080"/>
            <a:ext cx="2889857" cy="112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Interface gráfica, interação do utilizador, chamadas à BD</a:t>
            </a:r>
            <a:endParaRPr lang="en-US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AACD62F-8732-2298-0E63-533A631695AF}"/>
              </a:ext>
            </a:extLst>
          </p:cNvPr>
          <p:cNvSpPr/>
          <p:nvPr/>
        </p:nvSpPr>
        <p:spPr>
          <a:xfrm>
            <a:off x="8287455" y="4428494"/>
            <a:ext cx="2147732" cy="211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Base de Dados</a:t>
            </a:r>
            <a:endParaRPr lang="en-US" sz="32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C4FDD945-40E6-79B2-B34A-610F58AEB2E3}"/>
              </a:ext>
            </a:extLst>
          </p:cNvPr>
          <p:cNvSpPr/>
          <p:nvPr/>
        </p:nvSpPr>
        <p:spPr>
          <a:xfrm>
            <a:off x="8287455" y="4909613"/>
            <a:ext cx="3376225" cy="168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Tabelas, relações, triggers, UDF’s, stored procedures …</a:t>
            </a:r>
            <a:endParaRPr lang="en-US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C744B4E-6F53-D51C-8821-CEA3E48EBBE4}"/>
              </a:ext>
            </a:extLst>
          </p:cNvPr>
          <p:cNvSpPr txBox="1"/>
          <p:nvPr/>
        </p:nvSpPr>
        <p:spPr>
          <a:xfrm>
            <a:off x="11795111" y="6446838"/>
            <a:ext cx="396889" cy="379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18232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275D5-33A5-0366-95F9-76B0AB750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AF0A4-2CB2-11BA-36A5-CA84F7879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-479641"/>
            <a:ext cx="10058400" cy="1450757"/>
          </a:xfrm>
        </p:spPr>
        <p:txBody>
          <a:bodyPr/>
          <a:lstStyle/>
          <a:p>
            <a:r>
              <a:rPr lang="pt-PT" b="1" dirty="0"/>
              <a:t>Resumo SQL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0A3D061-AC0A-363C-1951-786D06E69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01/06/2026</a:t>
            </a:fld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496333E-394B-3A3B-8394-A884AEE62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652438"/>
            <a:ext cx="10248611" cy="342930"/>
          </a:xfrm>
          <a:prstGeom prst="rect">
            <a:avLst/>
          </a:prstGeom>
        </p:spPr>
      </p:pic>
      <p:cxnSp>
        <p:nvCxnSpPr>
          <p:cNvPr id="10" name="Conexão reta 9">
            <a:extLst>
              <a:ext uri="{FF2B5EF4-FFF2-40B4-BE49-F238E27FC236}">
                <a16:creationId xmlns:a16="http://schemas.microsoft.com/office/drawing/2014/main" id="{605DA706-16F5-3757-23B3-F8C283969E19}"/>
              </a:ext>
            </a:extLst>
          </p:cNvPr>
          <p:cNvCxnSpPr>
            <a:cxnSpLocks/>
          </p:cNvCxnSpPr>
          <p:nvPr/>
        </p:nvCxnSpPr>
        <p:spPr>
          <a:xfrm>
            <a:off x="1011053" y="1099550"/>
            <a:ext cx="100045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62F97574-86FB-ED01-5CAC-B7FD92ABE8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2015" r="50000" b="4468"/>
          <a:stretch>
            <a:fillRect/>
          </a:stretch>
        </p:blipFill>
        <p:spPr>
          <a:xfrm>
            <a:off x="1819072" y="1240558"/>
            <a:ext cx="8113785" cy="236460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9A87E19-C778-9BD4-87AB-8D86BB01DE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885" t="62015" b="4468"/>
          <a:stretch>
            <a:fillRect/>
          </a:stretch>
        </p:blipFill>
        <p:spPr>
          <a:xfrm>
            <a:off x="1819072" y="3605165"/>
            <a:ext cx="8113786" cy="235917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2738DDE-5977-C80B-2628-9D93A9B5486D}"/>
              </a:ext>
            </a:extLst>
          </p:cNvPr>
          <p:cNvSpPr txBox="1"/>
          <p:nvPr/>
        </p:nvSpPr>
        <p:spPr>
          <a:xfrm>
            <a:off x="11795111" y="6446838"/>
            <a:ext cx="396889" cy="379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bg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2561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A697E6-7BC3-A4DC-D72F-DDCBB0327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/>
              <a:t>DEMO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45D9F1E-3672-2F27-E2E9-FFE3987F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01/06/2026</a:t>
            </a:fld>
            <a:endParaRPr lang="en-US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B456621-2200-71AC-A4BA-674453D07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636" y="1949100"/>
            <a:ext cx="8372788" cy="4448043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E3D7423-FB11-96A3-4724-F0907AD96FB7}"/>
              </a:ext>
            </a:extLst>
          </p:cNvPr>
          <p:cNvSpPr txBox="1"/>
          <p:nvPr/>
        </p:nvSpPr>
        <p:spPr>
          <a:xfrm>
            <a:off x="11795111" y="6446838"/>
            <a:ext cx="396889" cy="379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75305696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965_TF56160789" id="{81F3A797-2DB1-43D6-A0DF-052D6582437D}" vid="{63A9F976-DBE9-4804-AF5A-308C077DB90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{F4771654-0D84-41BD-8E95-D58B4D8CBDD4}TFf0a5ceae-4542-492d-822e-d65a94fb0e1ea1a5587a_win32-0ee83a781295</Template>
  <TotalTime>474</TotalTime>
  <Words>131</Words>
  <Application>Microsoft Office PowerPoint</Application>
  <PresentationFormat>Ecrã Panorâmico</PresentationFormat>
  <Paragraphs>32</Paragraphs>
  <Slides>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3" baseType="lpstr">
      <vt:lpstr>Bookman Old Style</vt:lpstr>
      <vt:lpstr>Calibri</vt:lpstr>
      <vt:lpstr>Franklin Gothic Book</vt:lpstr>
      <vt:lpstr>Instrument Sans Medium</vt:lpstr>
      <vt:lpstr>Instrument Sans SemiBold</vt:lpstr>
      <vt:lpstr>1_RetrospectVTI</vt:lpstr>
      <vt:lpstr>NewModus</vt:lpstr>
      <vt:lpstr>O Problema: Informação Dispersa</vt:lpstr>
      <vt:lpstr>Apresentação do PowerPoint</vt:lpstr>
      <vt:lpstr>Solução: Base de dados relacional</vt:lpstr>
      <vt:lpstr>Implementação: Duas camadas</vt:lpstr>
      <vt:lpstr>Resumo SQL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Lacerda</dc:creator>
  <cp:lastModifiedBy>Paulo Lacerda</cp:lastModifiedBy>
  <cp:revision>1</cp:revision>
  <dcterms:created xsi:type="dcterms:W3CDTF">2026-05-29T17:52:20Z</dcterms:created>
  <dcterms:modified xsi:type="dcterms:W3CDTF">2026-06-01T23:09:18Z</dcterms:modified>
</cp:coreProperties>
</file>